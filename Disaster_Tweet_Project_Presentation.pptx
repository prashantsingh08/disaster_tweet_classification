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2E761E-A160-4025-8BAF-E9E3C59E2B4A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C8932D-FB3E-4EF9-B4C8-F323950E30DA}">
      <dgm:prSet/>
      <dgm:spPr/>
      <dgm:t>
        <a:bodyPr/>
        <a:lstStyle/>
        <a:p>
          <a:r>
            <a:rPr lang="en-US" b="1" dirty="0"/>
            <a:t>• </a:t>
          </a:r>
          <a:r>
            <a:rPr lang="en-US" b="1" dirty="0">
              <a:solidFill>
                <a:schemeClr val="tx1"/>
              </a:solidFill>
            </a:rPr>
            <a:t>Classifies tweets into Disaster / Non-Disaster</a:t>
          </a:r>
        </a:p>
      </dgm:t>
    </dgm:pt>
    <dgm:pt modelId="{F69B8142-4CA1-4E26-88FB-B86137D90C84}" type="parTrans" cxnId="{64A4D8C1-636B-4E92-AB56-D9056DAF3F2C}">
      <dgm:prSet/>
      <dgm:spPr/>
      <dgm:t>
        <a:bodyPr/>
        <a:lstStyle/>
        <a:p>
          <a:endParaRPr lang="en-US"/>
        </a:p>
      </dgm:t>
    </dgm:pt>
    <dgm:pt modelId="{E7A3894A-113E-4FBE-90B4-7DDFD8D50F00}" type="sibTrans" cxnId="{64A4D8C1-636B-4E92-AB56-D9056DAF3F2C}">
      <dgm:prSet/>
      <dgm:spPr/>
      <dgm:t>
        <a:bodyPr/>
        <a:lstStyle/>
        <a:p>
          <a:endParaRPr lang="en-US"/>
        </a:p>
      </dgm:t>
    </dgm:pt>
    <dgm:pt modelId="{5E0AF687-E604-4317-92B0-315FD4DCD96D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• Uses NLP and Machine Learning</a:t>
          </a:r>
        </a:p>
      </dgm:t>
    </dgm:pt>
    <dgm:pt modelId="{6B6A5A38-D2F6-433C-83E1-8BF001555B94}" type="parTrans" cxnId="{15392A39-53F7-4E06-BB46-6B823F8AB595}">
      <dgm:prSet/>
      <dgm:spPr/>
      <dgm:t>
        <a:bodyPr/>
        <a:lstStyle/>
        <a:p>
          <a:endParaRPr lang="en-US"/>
        </a:p>
      </dgm:t>
    </dgm:pt>
    <dgm:pt modelId="{D56A60F4-4791-49A5-94DE-2EF3222BC3E0}" type="sibTrans" cxnId="{15392A39-53F7-4E06-BB46-6B823F8AB595}">
      <dgm:prSet/>
      <dgm:spPr/>
      <dgm:t>
        <a:bodyPr/>
        <a:lstStyle/>
        <a:p>
          <a:endParaRPr lang="en-US"/>
        </a:p>
      </dgm:t>
    </dgm:pt>
    <dgm:pt modelId="{9D0E9B09-B69B-4214-A9A7-3050E94D6236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• Real-world disaster detection</a:t>
          </a:r>
        </a:p>
      </dgm:t>
    </dgm:pt>
    <dgm:pt modelId="{A34BCEB8-043D-4DB5-970E-9B7886343263}" type="parTrans" cxnId="{C62BE668-1C46-4BF5-AC2C-A34F74D45048}">
      <dgm:prSet/>
      <dgm:spPr/>
      <dgm:t>
        <a:bodyPr/>
        <a:lstStyle/>
        <a:p>
          <a:endParaRPr lang="en-US"/>
        </a:p>
      </dgm:t>
    </dgm:pt>
    <dgm:pt modelId="{D11D2791-BB55-4A92-940C-DB599D14A694}" type="sibTrans" cxnId="{C62BE668-1C46-4BF5-AC2C-A34F74D45048}">
      <dgm:prSet/>
      <dgm:spPr/>
      <dgm:t>
        <a:bodyPr/>
        <a:lstStyle/>
        <a:p>
          <a:endParaRPr lang="en-US"/>
        </a:p>
      </dgm:t>
    </dgm:pt>
    <dgm:pt modelId="{C8256505-559F-4CCC-9BE7-CFA0817C538B}" type="pres">
      <dgm:prSet presAssocID="{CF2E761E-A160-4025-8BAF-E9E3C59E2B4A}" presName="diagram" presStyleCnt="0">
        <dgm:presLayoutVars>
          <dgm:dir/>
          <dgm:resizeHandles val="exact"/>
        </dgm:presLayoutVars>
      </dgm:prSet>
      <dgm:spPr/>
    </dgm:pt>
    <dgm:pt modelId="{B3C27A00-030A-4A96-B345-28A290B16F5B}" type="pres">
      <dgm:prSet presAssocID="{66C8932D-FB3E-4EF9-B4C8-F323950E30DA}" presName="node" presStyleLbl="node1" presStyleIdx="0" presStyleCnt="3" custLinFactNeighborX="294" custLinFactNeighborY="-23">
        <dgm:presLayoutVars>
          <dgm:bulletEnabled val="1"/>
        </dgm:presLayoutVars>
      </dgm:prSet>
      <dgm:spPr/>
    </dgm:pt>
    <dgm:pt modelId="{3E5290B5-8D94-4427-9FD8-8B7488A91F58}" type="pres">
      <dgm:prSet presAssocID="{E7A3894A-113E-4FBE-90B4-7DDFD8D50F00}" presName="sibTrans" presStyleCnt="0"/>
      <dgm:spPr/>
    </dgm:pt>
    <dgm:pt modelId="{62772004-9F3E-4F0B-A3A5-4A63ECAD0AA7}" type="pres">
      <dgm:prSet presAssocID="{5E0AF687-E604-4317-92B0-315FD4DCD96D}" presName="node" presStyleLbl="node1" presStyleIdx="1" presStyleCnt="3">
        <dgm:presLayoutVars>
          <dgm:bulletEnabled val="1"/>
        </dgm:presLayoutVars>
      </dgm:prSet>
      <dgm:spPr/>
    </dgm:pt>
    <dgm:pt modelId="{64EB0CD4-7F94-449E-B167-D2D814724473}" type="pres">
      <dgm:prSet presAssocID="{D56A60F4-4791-49A5-94DE-2EF3222BC3E0}" presName="sibTrans" presStyleCnt="0"/>
      <dgm:spPr/>
    </dgm:pt>
    <dgm:pt modelId="{B95CFF93-D187-420A-AA9A-E4C566B90CCE}" type="pres">
      <dgm:prSet presAssocID="{9D0E9B09-B69B-4214-A9A7-3050E94D6236}" presName="node" presStyleLbl="node1" presStyleIdx="2" presStyleCnt="3">
        <dgm:presLayoutVars>
          <dgm:bulletEnabled val="1"/>
        </dgm:presLayoutVars>
      </dgm:prSet>
      <dgm:spPr/>
    </dgm:pt>
  </dgm:ptLst>
  <dgm:cxnLst>
    <dgm:cxn modelId="{AA0D5D18-9773-4917-A4EB-4C893F7FA03C}" type="presOf" srcId="{66C8932D-FB3E-4EF9-B4C8-F323950E30DA}" destId="{B3C27A00-030A-4A96-B345-28A290B16F5B}" srcOrd="0" destOrd="0" presId="urn:microsoft.com/office/officeart/2005/8/layout/default"/>
    <dgm:cxn modelId="{15392A39-53F7-4E06-BB46-6B823F8AB595}" srcId="{CF2E761E-A160-4025-8BAF-E9E3C59E2B4A}" destId="{5E0AF687-E604-4317-92B0-315FD4DCD96D}" srcOrd="1" destOrd="0" parTransId="{6B6A5A38-D2F6-433C-83E1-8BF001555B94}" sibTransId="{D56A60F4-4791-49A5-94DE-2EF3222BC3E0}"/>
    <dgm:cxn modelId="{C62BE668-1C46-4BF5-AC2C-A34F74D45048}" srcId="{CF2E761E-A160-4025-8BAF-E9E3C59E2B4A}" destId="{9D0E9B09-B69B-4214-A9A7-3050E94D6236}" srcOrd="2" destOrd="0" parTransId="{A34BCEB8-043D-4DB5-970E-9B7886343263}" sibTransId="{D11D2791-BB55-4A92-940C-DB599D14A694}"/>
    <dgm:cxn modelId="{64A4D8C1-636B-4E92-AB56-D9056DAF3F2C}" srcId="{CF2E761E-A160-4025-8BAF-E9E3C59E2B4A}" destId="{66C8932D-FB3E-4EF9-B4C8-F323950E30DA}" srcOrd="0" destOrd="0" parTransId="{F69B8142-4CA1-4E26-88FB-B86137D90C84}" sibTransId="{E7A3894A-113E-4FBE-90B4-7DDFD8D50F00}"/>
    <dgm:cxn modelId="{065A05D2-5072-4037-94DA-159D770DC9C5}" type="presOf" srcId="{CF2E761E-A160-4025-8BAF-E9E3C59E2B4A}" destId="{C8256505-559F-4CCC-9BE7-CFA0817C538B}" srcOrd="0" destOrd="0" presId="urn:microsoft.com/office/officeart/2005/8/layout/default"/>
    <dgm:cxn modelId="{EB9BF3E8-06B1-4B3D-AD69-A1846473A5FD}" type="presOf" srcId="{5E0AF687-E604-4317-92B0-315FD4DCD96D}" destId="{62772004-9F3E-4F0B-A3A5-4A63ECAD0AA7}" srcOrd="0" destOrd="0" presId="urn:microsoft.com/office/officeart/2005/8/layout/default"/>
    <dgm:cxn modelId="{7FC895F3-0F5B-4432-AA95-411EC5A5993D}" type="presOf" srcId="{9D0E9B09-B69B-4214-A9A7-3050E94D6236}" destId="{B95CFF93-D187-420A-AA9A-E4C566B90CCE}" srcOrd="0" destOrd="0" presId="urn:microsoft.com/office/officeart/2005/8/layout/default"/>
    <dgm:cxn modelId="{BEA98672-69D6-483A-9155-7CFC9261B9C2}" type="presParOf" srcId="{C8256505-559F-4CCC-9BE7-CFA0817C538B}" destId="{B3C27A00-030A-4A96-B345-28A290B16F5B}" srcOrd="0" destOrd="0" presId="urn:microsoft.com/office/officeart/2005/8/layout/default"/>
    <dgm:cxn modelId="{B7D2868B-C738-4195-9F7D-DF56DFB54B5E}" type="presParOf" srcId="{C8256505-559F-4CCC-9BE7-CFA0817C538B}" destId="{3E5290B5-8D94-4427-9FD8-8B7488A91F58}" srcOrd="1" destOrd="0" presId="urn:microsoft.com/office/officeart/2005/8/layout/default"/>
    <dgm:cxn modelId="{E53943BB-24A5-4A87-A058-38A73E84B6C1}" type="presParOf" srcId="{C8256505-559F-4CCC-9BE7-CFA0817C538B}" destId="{62772004-9F3E-4F0B-A3A5-4A63ECAD0AA7}" srcOrd="2" destOrd="0" presId="urn:microsoft.com/office/officeart/2005/8/layout/default"/>
    <dgm:cxn modelId="{566F8139-B973-4AFA-AD15-54CF4B4C72B0}" type="presParOf" srcId="{C8256505-559F-4CCC-9BE7-CFA0817C538B}" destId="{64EB0CD4-7F94-449E-B167-D2D814724473}" srcOrd="3" destOrd="0" presId="urn:microsoft.com/office/officeart/2005/8/layout/default"/>
    <dgm:cxn modelId="{5A04C1BC-FEB9-4749-B80A-EFBA03C86B17}" type="presParOf" srcId="{C8256505-559F-4CCC-9BE7-CFA0817C538B}" destId="{B95CFF93-D187-420A-AA9A-E4C566B90CC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184C55-8197-4727-8270-F6A8986BCA27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CC28D2-49F1-4830-B6B0-0BD233377676}">
      <dgm:prSet/>
      <dgm:spPr/>
      <dgm:t>
        <a:bodyPr/>
        <a:lstStyle/>
        <a:p>
          <a:r>
            <a:rPr lang="en-US" b="1" dirty="0"/>
            <a:t>1. Data Exploration</a:t>
          </a:r>
        </a:p>
      </dgm:t>
    </dgm:pt>
    <dgm:pt modelId="{32EBA142-45B1-46A3-814A-54121F416512}" type="parTrans" cxnId="{E596D679-9FEF-4FDB-97FC-C6C9A4EB9180}">
      <dgm:prSet/>
      <dgm:spPr/>
      <dgm:t>
        <a:bodyPr/>
        <a:lstStyle/>
        <a:p>
          <a:endParaRPr lang="en-US"/>
        </a:p>
      </dgm:t>
    </dgm:pt>
    <dgm:pt modelId="{63D3D3C2-980E-4359-AB54-49318918D223}" type="sibTrans" cxnId="{E596D679-9FEF-4FDB-97FC-C6C9A4EB9180}">
      <dgm:prSet/>
      <dgm:spPr/>
      <dgm:t>
        <a:bodyPr/>
        <a:lstStyle/>
        <a:p>
          <a:endParaRPr lang="en-US"/>
        </a:p>
      </dgm:t>
    </dgm:pt>
    <dgm:pt modelId="{196A9765-A5E8-4D24-80C8-906F921142B0}">
      <dgm:prSet/>
      <dgm:spPr/>
      <dgm:t>
        <a:bodyPr/>
        <a:lstStyle/>
        <a:p>
          <a:r>
            <a:rPr lang="en-US" b="1" dirty="0"/>
            <a:t>2. Feature Engineering</a:t>
          </a:r>
        </a:p>
      </dgm:t>
    </dgm:pt>
    <dgm:pt modelId="{95DD49AF-1E89-4FC5-9DBF-D51CF6C09B68}" type="parTrans" cxnId="{E7B65554-60BB-4678-87B4-74CC818E3CD7}">
      <dgm:prSet/>
      <dgm:spPr/>
      <dgm:t>
        <a:bodyPr/>
        <a:lstStyle/>
        <a:p>
          <a:endParaRPr lang="en-US"/>
        </a:p>
      </dgm:t>
    </dgm:pt>
    <dgm:pt modelId="{0A12D58E-7470-438F-B41D-1474A8B81CE7}" type="sibTrans" cxnId="{E7B65554-60BB-4678-87B4-74CC818E3CD7}">
      <dgm:prSet/>
      <dgm:spPr/>
      <dgm:t>
        <a:bodyPr/>
        <a:lstStyle/>
        <a:p>
          <a:endParaRPr lang="en-US"/>
        </a:p>
      </dgm:t>
    </dgm:pt>
    <dgm:pt modelId="{E712B350-2C48-4634-AC8B-8FF723AE5EEE}">
      <dgm:prSet/>
      <dgm:spPr/>
      <dgm:t>
        <a:bodyPr/>
        <a:lstStyle/>
        <a:p>
          <a:r>
            <a:rPr lang="en-US" b="1" dirty="0"/>
            <a:t>3. Model Training</a:t>
          </a:r>
        </a:p>
      </dgm:t>
    </dgm:pt>
    <dgm:pt modelId="{93357F37-FB2D-4FAC-8619-A61F7C4F83BC}" type="parTrans" cxnId="{0E59C171-FEA5-41B2-9DD1-70C81D9F70BB}">
      <dgm:prSet/>
      <dgm:spPr/>
      <dgm:t>
        <a:bodyPr/>
        <a:lstStyle/>
        <a:p>
          <a:endParaRPr lang="en-US"/>
        </a:p>
      </dgm:t>
    </dgm:pt>
    <dgm:pt modelId="{2EA5B70E-402E-439E-8B53-A96809C3E76B}" type="sibTrans" cxnId="{0E59C171-FEA5-41B2-9DD1-70C81D9F70BB}">
      <dgm:prSet/>
      <dgm:spPr/>
      <dgm:t>
        <a:bodyPr/>
        <a:lstStyle/>
        <a:p>
          <a:endParaRPr lang="en-US"/>
        </a:p>
      </dgm:t>
    </dgm:pt>
    <dgm:pt modelId="{29A60264-5D44-444D-9E85-88ED72AC6D1E}">
      <dgm:prSet/>
      <dgm:spPr/>
      <dgm:t>
        <a:bodyPr/>
        <a:lstStyle/>
        <a:p>
          <a:r>
            <a:rPr lang="en-US" b="1" dirty="0"/>
            <a:t>4. Deployment</a:t>
          </a:r>
        </a:p>
      </dgm:t>
    </dgm:pt>
    <dgm:pt modelId="{CE276110-13F2-4A3E-888C-0EC3669F15D1}" type="parTrans" cxnId="{D49C5E15-6164-4AF1-9128-E06C019FD380}">
      <dgm:prSet/>
      <dgm:spPr/>
      <dgm:t>
        <a:bodyPr/>
        <a:lstStyle/>
        <a:p>
          <a:endParaRPr lang="en-US"/>
        </a:p>
      </dgm:t>
    </dgm:pt>
    <dgm:pt modelId="{C7EBF57A-DD64-41DE-8601-1A2E18FED141}" type="sibTrans" cxnId="{D49C5E15-6164-4AF1-9128-E06C019FD380}">
      <dgm:prSet/>
      <dgm:spPr/>
      <dgm:t>
        <a:bodyPr/>
        <a:lstStyle/>
        <a:p>
          <a:endParaRPr lang="en-US"/>
        </a:p>
      </dgm:t>
    </dgm:pt>
    <dgm:pt modelId="{BD708201-E43C-44A8-A4A2-9F16F5BFC363}" type="pres">
      <dgm:prSet presAssocID="{06184C55-8197-4727-8270-F6A8986BCA27}" presName="Name0" presStyleCnt="0">
        <dgm:presLayoutVars>
          <dgm:dir/>
          <dgm:animLvl val="lvl"/>
          <dgm:resizeHandles val="exact"/>
        </dgm:presLayoutVars>
      </dgm:prSet>
      <dgm:spPr/>
    </dgm:pt>
    <dgm:pt modelId="{74CFA78E-41D7-4644-8EBE-4CDC338B5D48}" type="pres">
      <dgm:prSet presAssocID="{5ACC28D2-49F1-4830-B6B0-0BD233377676}" presName="linNode" presStyleCnt="0"/>
      <dgm:spPr/>
    </dgm:pt>
    <dgm:pt modelId="{1C6BEBCA-FBCF-4C71-A087-B0BA86FE0AC0}" type="pres">
      <dgm:prSet presAssocID="{5ACC28D2-49F1-4830-B6B0-0BD23337767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94DA1F3-9FDB-49AA-BE1A-FF1614F5C0A7}" type="pres">
      <dgm:prSet presAssocID="{63D3D3C2-980E-4359-AB54-49318918D223}" presName="sp" presStyleCnt="0"/>
      <dgm:spPr/>
    </dgm:pt>
    <dgm:pt modelId="{787E9AFD-74BF-44F3-9FD1-D4C0445064F6}" type="pres">
      <dgm:prSet presAssocID="{196A9765-A5E8-4D24-80C8-906F921142B0}" presName="linNode" presStyleCnt="0"/>
      <dgm:spPr/>
    </dgm:pt>
    <dgm:pt modelId="{98E72316-E938-4112-B8D7-8421FC16B111}" type="pres">
      <dgm:prSet presAssocID="{196A9765-A5E8-4D24-80C8-906F921142B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8F6570D-EA01-4725-A229-C12298D69B48}" type="pres">
      <dgm:prSet presAssocID="{0A12D58E-7470-438F-B41D-1474A8B81CE7}" presName="sp" presStyleCnt="0"/>
      <dgm:spPr/>
    </dgm:pt>
    <dgm:pt modelId="{036323EA-4B34-465B-8B70-11C6DEF2D78D}" type="pres">
      <dgm:prSet presAssocID="{E712B350-2C48-4634-AC8B-8FF723AE5EEE}" presName="linNode" presStyleCnt="0"/>
      <dgm:spPr/>
    </dgm:pt>
    <dgm:pt modelId="{D0FA685B-4276-4044-8055-65C3C11E6527}" type="pres">
      <dgm:prSet presAssocID="{E712B350-2C48-4634-AC8B-8FF723AE5EE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690CB47-359C-453B-A815-C92A0DCB5DB7}" type="pres">
      <dgm:prSet presAssocID="{2EA5B70E-402E-439E-8B53-A96809C3E76B}" presName="sp" presStyleCnt="0"/>
      <dgm:spPr/>
    </dgm:pt>
    <dgm:pt modelId="{2F7534CD-E9E3-4F80-80CA-E69324F7D7C2}" type="pres">
      <dgm:prSet presAssocID="{29A60264-5D44-444D-9E85-88ED72AC6D1E}" presName="linNode" presStyleCnt="0"/>
      <dgm:spPr/>
    </dgm:pt>
    <dgm:pt modelId="{8D36D620-1E4F-4AB5-B95E-A247996C93A5}" type="pres">
      <dgm:prSet presAssocID="{29A60264-5D44-444D-9E85-88ED72AC6D1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4027FD0E-9292-4E09-B624-5D56966A8793}" type="presOf" srcId="{5ACC28D2-49F1-4830-B6B0-0BD233377676}" destId="{1C6BEBCA-FBCF-4C71-A087-B0BA86FE0AC0}" srcOrd="0" destOrd="0" presId="urn:microsoft.com/office/officeart/2005/8/layout/vList5"/>
    <dgm:cxn modelId="{D49C5E15-6164-4AF1-9128-E06C019FD380}" srcId="{06184C55-8197-4727-8270-F6A8986BCA27}" destId="{29A60264-5D44-444D-9E85-88ED72AC6D1E}" srcOrd="3" destOrd="0" parTransId="{CE276110-13F2-4A3E-888C-0EC3669F15D1}" sibTransId="{C7EBF57A-DD64-41DE-8601-1A2E18FED141}"/>
    <dgm:cxn modelId="{C9486F15-064B-4A8D-B11F-248B510FEB61}" type="presOf" srcId="{29A60264-5D44-444D-9E85-88ED72AC6D1E}" destId="{8D36D620-1E4F-4AB5-B95E-A247996C93A5}" srcOrd="0" destOrd="0" presId="urn:microsoft.com/office/officeart/2005/8/layout/vList5"/>
    <dgm:cxn modelId="{0E59C171-FEA5-41B2-9DD1-70C81D9F70BB}" srcId="{06184C55-8197-4727-8270-F6A8986BCA27}" destId="{E712B350-2C48-4634-AC8B-8FF723AE5EEE}" srcOrd="2" destOrd="0" parTransId="{93357F37-FB2D-4FAC-8619-A61F7C4F83BC}" sibTransId="{2EA5B70E-402E-439E-8B53-A96809C3E76B}"/>
    <dgm:cxn modelId="{E7B65554-60BB-4678-87B4-74CC818E3CD7}" srcId="{06184C55-8197-4727-8270-F6A8986BCA27}" destId="{196A9765-A5E8-4D24-80C8-906F921142B0}" srcOrd="1" destOrd="0" parTransId="{95DD49AF-1E89-4FC5-9DBF-D51CF6C09B68}" sibTransId="{0A12D58E-7470-438F-B41D-1474A8B81CE7}"/>
    <dgm:cxn modelId="{E596D679-9FEF-4FDB-97FC-C6C9A4EB9180}" srcId="{06184C55-8197-4727-8270-F6A8986BCA27}" destId="{5ACC28D2-49F1-4830-B6B0-0BD233377676}" srcOrd="0" destOrd="0" parTransId="{32EBA142-45B1-46A3-814A-54121F416512}" sibTransId="{63D3D3C2-980E-4359-AB54-49318918D223}"/>
    <dgm:cxn modelId="{1698439D-23E6-437B-A19A-DBCA90AC2F24}" type="presOf" srcId="{E712B350-2C48-4634-AC8B-8FF723AE5EEE}" destId="{D0FA685B-4276-4044-8055-65C3C11E6527}" srcOrd="0" destOrd="0" presId="urn:microsoft.com/office/officeart/2005/8/layout/vList5"/>
    <dgm:cxn modelId="{6016D6A6-AF7B-46F7-909B-44E4FD7804B2}" type="presOf" srcId="{196A9765-A5E8-4D24-80C8-906F921142B0}" destId="{98E72316-E938-4112-B8D7-8421FC16B111}" srcOrd="0" destOrd="0" presId="urn:microsoft.com/office/officeart/2005/8/layout/vList5"/>
    <dgm:cxn modelId="{61C51BF6-DF40-4184-BB58-29EBF9D12D79}" type="presOf" srcId="{06184C55-8197-4727-8270-F6A8986BCA27}" destId="{BD708201-E43C-44A8-A4A2-9F16F5BFC363}" srcOrd="0" destOrd="0" presId="urn:microsoft.com/office/officeart/2005/8/layout/vList5"/>
    <dgm:cxn modelId="{939F65C5-0326-4259-8226-8CDACABC93A2}" type="presParOf" srcId="{BD708201-E43C-44A8-A4A2-9F16F5BFC363}" destId="{74CFA78E-41D7-4644-8EBE-4CDC338B5D48}" srcOrd="0" destOrd="0" presId="urn:microsoft.com/office/officeart/2005/8/layout/vList5"/>
    <dgm:cxn modelId="{6AF973B5-9551-4E03-A6BB-F14938F888E1}" type="presParOf" srcId="{74CFA78E-41D7-4644-8EBE-4CDC338B5D48}" destId="{1C6BEBCA-FBCF-4C71-A087-B0BA86FE0AC0}" srcOrd="0" destOrd="0" presId="urn:microsoft.com/office/officeart/2005/8/layout/vList5"/>
    <dgm:cxn modelId="{CA62FCF5-C98D-4786-B385-C09ECB7A177F}" type="presParOf" srcId="{BD708201-E43C-44A8-A4A2-9F16F5BFC363}" destId="{494DA1F3-9FDB-49AA-BE1A-FF1614F5C0A7}" srcOrd="1" destOrd="0" presId="urn:microsoft.com/office/officeart/2005/8/layout/vList5"/>
    <dgm:cxn modelId="{D9A2CA3F-F7BD-4D31-926B-C071C30B1E87}" type="presParOf" srcId="{BD708201-E43C-44A8-A4A2-9F16F5BFC363}" destId="{787E9AFD-74BF-44F3-9FD1-D4C0445064F6}" srcOrd="2" destOrd="0" presId="urn:microsoft.com/office/officeart/2005/8/layout/vList5"/>
    <dgm:cxn modelId="{4BF1C8A1-D906-4AE1-902B-30EF6B4BA4C6}" type="presParOf" srcId="{787E9AFD-74BF-44F3-9FD1-D4C0445064F6}" destId="{98E72316-E938-4112-B8D7-8421FC16B111}" srcOrd="0" destOrd="0" presId="urn:microsoft.com/office/officeart/2005/8/layout/vList5"/>
    <dgm:cxn modelId="{C7C19B55-8796-4E36-89B8-DB07E7D17E06}" type="presParOf" srcId="{BD708201-E43C-44A8-A4A2-9F16F5BFC363}" destId="{68F6570D-EA01-4725-A229-C12298D69B48}" srcOrd="3" destOrd="0" presId="urn:microsoft.com/office/officeart/2005/8/layout/vList5"/>
    <dgm:cxn modelId="{EC11F639-A58F-4173-8315-270964C05265}" type="presParOf" srcId="{BD708201-E43C-44A8-A4A2-9F16F5BFC363}" destId="{036323EA-4B34-465B-8B70-11C6DEF2D78D}" srcOrd="4" destOrd="0" presId="urn:microsoft.com/office/officeart/2005/8/layout/vList5"/>
    <dgm:cxn modelId="{CB4F9351-6C75-4599-A907-3767730A772D}" type="presParOf" srcId="{036323EA-4B34-465B-8B70-11C6DEF2D78D}" destId="{D0FA685B-4276-4044-8055-65C3C11E6527}" srcOrd="0" destOrd="0" presId="urn:microsoft.com/office/officeart/2005/8/layout/vList5"/>
    <dgm:cxn modelId="{6F9B8EE4-3C1A-4996-8BA3-343DB2181DCA}" type="presParOf" srcId="{BD708201-E43C-44A8-A4A2-9F16F5BFC363}" destId="{8690CB47-359C-453B-A815-C92A0DCB5DB7}" srcOrd="5" destOrd="0" presId="urn:microsoft.com/office/officeart/2005/8/layout/vList5"/>
    <dgm:cxn modelId="{FD4EB94E-B408-49C4-93D8-2853D69762F9}" type="presParOf" srcId="{BD708201-E43C-44A8-A4A2-9F16F5BFC363}" destId="{2F7534CD-E9E3-4F80-80CA-E69324F7D7C2}" srcOrd="6" destOrd="0" presId="urn:microsoft.com/office/officeart/2005/8/layout/vList5"/>
    <dgm:cxn modelId="{0DA58895-C89F-4DC9-982C-29C606A23EA9}" type="presParOf" srcId="{2F7534CD-E9E3-4F80-80CA-E69324F7D7C2}" destId="{8D36D620-1E4F-4AB5-B95E-A247996C93A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4413E4-998D-4D75-8E32-879ED9FACC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DDBEFE6-A9F0-48C9-913F-F3CF439F2ADF}">
      <dgm:prSet/>
      <dgm:spPr/>
      <dgm:t>
        <a:bodyPr/>
        <a:lstStyle/>
        <a:p>
          <a:r>
            <a:rPr lang="en-US" b="1" dirty="0"/>
            <a:t>• Cleaning text (URLs, symbols)</a:t>
          </a:r>
        </a:p>
      </dgm:t>
    </dgm:pt>
    <dgm:pt modelId="{B48B8B49-FC34-4CBC-BFAE-DBDF1CA1DCED}" type="parTrans" cxnId="{C8E51360-569E-4F5A-A8F4-1387AE5D493F}">
      <dgm:prSet/>
      <dgm:spPr/>
      <dgm:t>
        <a:bodyPr/>
        <a:lstStyle/>
        <a:p>
          <a:endParaRPr lang="en-US"/>
        </a:p>
      </dgm:t>
    </dgm:pt>
    <dgm:pt modelId="{80017E6F-E2D5-42EE-89A6-8EF65F39B089}" type="sibTrans" cxnId="{C8E51360-569E-4F5A-A8F4-1387AE5D493F}">
      <dgm:prSet/>
      <dgm:spPr/>
      <dgm:t>
        <a:bodyPr/>
        <a:lstStyle/>
        <a:p>
          <a:endParaRPr lang="en-US"/>
        </a:p>
      </dgm:t>
    </dgm:pt>
    <dgm:pt modelId="{61FCC215-C50F-46B7-8E09-E32A56E96417}">
      <dgm:prSet/>
      <dgm:spPr/>
      <dgm:t>
        <a:bodyPr/>
        <a:lstStyle/>
        <a:p>
          <a:r>
            <a:rPr lang="en-US" b="1" dirty="0"/>
            <a:t>• Tokenization</a:t>
          </a:r>
        </a:p>
      </dgm:t>
    </dgm:pt>
    <dgm:pt modelId="{F5211AD3-BB67-462A-A5BD-FABB7719FBE2}" type="parTrans" cxnId="{61AE4A19-06B8-42A3-B157-8D94A321C61B}">
      <dgm:prSet/>
      <dgm:spPr/>
      <dgm:t>
        <a:bodyPr/>
        <a:lstStyle/>
        <a:p>
          <a:endParaRPr lang="en-US"/>
        </a:p>
      </dgm:t>
    </dgm:pt>
    <dgm:pt modelId="{E90E2E37-FA0A-4E9C-AE64-EF960677D4CC}" type="sibTrans" cxnId="{61AE4A19-06B8-42A3-B157-8D94A321C61B}">
      <dgm:prSet/>
      <dgm:spPr/>
      <dgm:t>
        <a:bodyPr/>
        <a:lstStyle/>
        <a:p>
          <a:endParaRPr lang="en-US"/>
        </a:p>
      </dgm:t>
    </dgm:pt>
    <dgm:pt modelId="{6F65A8F0-0F0D-42AD-A63B-6685E769FD25}">
      <dgm:prSet/>
      <dgm:spPr/>
      <dgm:t>
        <a:bodyPr/>
        <a:lstStyle/>
        <a:p>
          <a:r>
            <a:rPr lang="en-US" b="1" dirty="0"/>
            <a:t>• Train-test split</a:t>
          </a:r>
        </a:p>
      </dgm:t>
    </dgm:pt>
    <dgm:pt modelId="{D2B01CBD-1D52-4EB0-A402-7BD2310B53E7}" type="parTrans" cxnId="{E351A502-6D66-42D3-837D-BE641BFEA6FF}">
      <dgm:prSet/>
      <dgm:spPr/>
      <dgm:t>
        <a:bodyPr/>
        <a:lstStyle/>
        <a:p>
          <a:endParaRPr lang="en-US"/>
        </a:p>
      </dgm:t>
    </dgm:pt>
    <dgm:pt modelId="{8194CECC-EFD9-4711-9065-E9BD10BCACEB}" type="sibTrans" cxnId="{E351A502-6D66-42D3-837D-BE641BFEA6FF}">
      <dgm:prSet/>
      <dgm:spPr/>
      <dgm:t>
        <a:bodyPr/>
        <a:lstStyle/>
        <a:p>
          <a:endParaRPr lang="en-US"/>
        </a:p>
      </dgm:t>
    </dgm:pt>
    <dgm:pt modelId="{D6934499-9B11-4E44-893D-970BEF382A61}" type="pres">
      <dgm:prSet presAssocID="{584413E4-998D-4D75-8E32-879ED9FACCFD}" presName="root" presStyleCnt="0">
        <dgm:presLayoutVars>
          <dgm:dir/>
          <dgm:resizeHandles val="exact"/>
        </dgm:presLayoutVars>
      </dgm:prSet>
      <dgm:spPr/>
    </dgm:pt>
    <dgm:pt modelId="{8366EB70-5B66-4653-A8BF-C3933BA5AF3D}" type="pres">
      <dgm:prSet presAssocID="{CDDBEFE6-A9F0-48C9-913F-F3CF439F2ADF}" presName="compNode" presStyleCnt="0"/>
      <dgm:spPr/>
    </dgm:pt>
    <dgm:pt modelId="{C954F40A-ED21-4D18-A4F8-11C97E5EF895}" type="pres">
      <dgm:prSet presAssocID="{CDDBEFE6-A9F0-48C9-913F-F3CF439F2AD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EE7F3897-8BC3-4337-A680-B7AF0763F9CA}" type="pres">
      <dgm:prSet presAssocID="{CDDBEFE6-A9F0-48C9-913F-F3CF439F2ADF}" presName="spaceRect" presStyleCnt="0"/>
      <dgm:spPr/>
    </dgm:pt>
    <dgm:pt modelId="{719E3843-D5E9-4FE1-85FA-0E31CF2BB617}" type="pres">
      <dgm:prSet presAssocID="{CDDBEFE6-A9F0-48C9-913F-F3CF439F2ADF}" presName="textRect" presStyleLbl="revTx" presStyleIdx="0" presStyleCnt="3">
        <dgm:presLayoutVars>
          <dgm:chMax val="1"/>
          <dgm:chPref val="1"/>
        </dgm:presLayoutVars>
      </dgm:prSet>
      <dgm:spPr/>
    </dgm:pt>
    <dgm:pt modelId="{AE6AE3A5-A52F-4BB9-BF3B-32BA1118F27E}" type="pres">
      <dgm:prSet presAssocID="{80017E6F-E2D5-42EE-89A6-8EF65F39B089}" presName="sibTrans" presStyleCnt="0"/>
      <dgm:spPr/>
    </dgm:pt>
    <dgm:pt modelId="{3E4516AC-1F14-4F95-854C-642331BE0706}" type="pres">
      <dgm:prSet presAssocID="{61FCC215-C50F-46B7-8E09-E32A56E96417}" presName="compNode" presStyleCnt="0"/>
      <dgm:spPr/>
    </dgm:pt>
    <dgm:pt modelId="{757362B4-3279-4AAD-8415-F909085CA50E}" type="pres">
      <dgm:prSet presAssocID="{61FCC215-C50F-46B7-8E09-E32A56E964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74A56F76-70EA-4151-A601-7F654A0A3191}" type="pres">
      <dgm:prSet presAssocID="{61FCC215-C50F-46B7-8E09-E32A56E96417}" presName="spaceRect" presStyleCnt="0"/>
      <dgm:spPr/>
    </dgm:pt>
    <dgm:pt modelId="{218FA2E3-9385-4B1F-92B2-34CFC7F1B265}" type="pres">
      <dgm:prSet presAssocID="{61FCC215-C50F-46B7-8E09-E32A56E96417}" presName="textRect" presStyleLbl="revTx" presStyleIdx="1" presStyleCnt="3">
        <dgm:presLayoutVars>
          <dgm:chMax val="1"/>
          <dgm:chPref val="1"/>
        </dgm:presLayoutVars>
      </dgm:prSet>
      <dgm:spPr/>
    </dgm:pt>
    <dgm:pt modelId="{E2344A95-237E-4475-9FE8-046C71F440F7}" type="pres">
      <dgm:prSet presAssocID="{E90E2E37-FA0A-4E9C-AE64-EF960677D4CC}" presName="sibTrans" presStyleCnt="0"/>
      <dgm:spPr/>
    </dgm:pt>
    <dgm:pt modelId="{FB1195EE-C1F3-4D75-9DC5-0C24BA605B4F}" type="pres">
      <dgm:prSet presAssocID="{6F65A8F0-0F0D-42AD-A63B-6685E769FD25}" presName="compNode" presStyleCnt="0"/>
      <dgm:spPr/>
    </dgm:pt>
    <dgm:pt modelId="{174C7723-1DF4-4534-AA0B-2A43C503B293}" type="pres">
      <dgm:prSet presAssocID="{6F65A8F0-0F0D-42AD-A63B-6685E769FD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0CE2AD18-36D3-405C-A0F3-3B3E9A4FE430}" type="pres">
      <dgm:prSet presAssocID="{6F65A8F0-0F0D-42AD-A63B-6685E769FD25}" presName="spaceRect" presStyleCnt="0"/>
      <dgm:spPr/>
    </dgm:pt>
    <dgm:pt modelId="{0A300C18-E35E-44EC-8A73-51D0642D2889}" type="pres">
      <dgm:prSet presAssocID="{6F65A8F0-0F0D-42AD-A63B-6685E769FD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351A502-6D66-42D3-837D-BE641BFEA6FF}" srcId="{584413E4-998D-4D75-8E32-879ED9FACCFD}" destId="{6F65A8F0-0F0D-42AD-A63B-6685E769FD25}" srcOrd="2" destOrd="0" parTransId="{D2B01CBD-1D52-4EB0-A402-7BD2310B53E7}" sibTransId="{8194CECC-EFD9-4711-9065-E9BD10BCACEB}"/>
    <dgm:cxn modelId="{61AE4A19-06B8-42A3-B157-8D94A321C61B}" srcId="{584413E4-998D-4D75-8E32-879ED9FACCFD}" destId="{61FCC215-C50F-46B7-8E09-E32A56E96417}" srcOrd="1" destOrd="0" parTransId="{F5211AD3-BB67-462A-A5BD-FABB7719FBE2}" sibTransId="{E90E2E37-FA0A-4E9C-AE64-EF960677D4CC}"/>
    <dgm:cxn modelId="{4C7A7A5E-B1C9-4127-A2A1-149968D6FC49}" type="presOf" srcId="{584413E4-998D-4D75-8E32-879ED9FACCFD}" destId="{D6934499-9B11-4E44-893D-970BEF382A61}" srcOrd="0" destOrd="0" presId="urn:microsoft.com/office/officeart/2018/2/layout/IconLabelList"/>
    <dgm:cxn modelId="{C8E51360-569E-4F5A-A8F4-1387AE5D493F}" srcId="{584413E4-998D-4D75-8E32-879ED9FACCFD}" destId="{CDDBEFE6-A9F0-48C9-913F-F3CF439F2ADF}" srcOrd="0" destOrd="0" parTransId="{B48B8B49-FC34-4CBC-BFAE-DBDF1CA1DCED}" sibTransId="{80017E6F-E2D5-42EE-89A6-8EF65F39B089}"/>
    <dgm:cxn modelId="{DFF14C47-5F77-4798-949E-CDADA2886ED6}" type="presOf" srcId="{CDDBEFE6-A9F0-48C9-913F-F3CF439F2ADF}" destId="{719E3843-D5E9-4FE1-85FA-0E31CF2BB617}" srcOrd="0" destOrd="0" presId="urn:microsoft.com/office/officeart/2018/2/layout/IconLabelList"/>
    <dgm:cxn modelId="{F9F655B3-F867-4DDE-8CF7-3DF715A2DDA3}" type="presOf" srcId="{6F65A8F0-0F0D-42AD-A63B-6685E769FD25}" destId="{0A300C18-E35E-44EC-8A73-51D0642D2889}" srcOrd="0" destOrd="0" presId="urn:microsoft.com/office/officeart/2018/2/layout/IconLabelList"/>
    <dgm:cxn modelId="{B1734FBE-456A-4020-B1D1-AA759FAD26F9}" type="presOf" srcId="{61FCC215-C50F-46B7-8E09-E32A56E96417}" destId="{218FA2E3-9385-4B1F-92B2-34CFC7F1B265}" srcOrd="0" destOrd="0" presId="urn:microsoft.com/office/officeart/2018/2/layout/IconLabelList"/>
    <dgm:cxn modelId="{2BACB409-EC53-43D9-AF71-BA6CC41454BA}" type="presParOf" srcId="{D6934499-9B11-4E44-893D-970BEF382A61}" destId="{8366EB70-5B66-4653-A8BF-C3933BA5AF3D}" srcOrd="0" destOrd="0" presId="urn:microsoft.com/office/officeart/2018/2/layout/IconLabelList"/>
    <dgm:cxn modelId="{69029299-6A9F-490A-BC4A-E51411F61C0A}" type="presParOf" srcId="{8366EB70-5B66-4653-A8BF-C3933BA5AF3D}" destId="{C954F40A-ED21-4D18-A4F8-11C97E5EF895}" srcOrd="0" destOrd="0" presId="urn:microsoft.com/office/officeart/2018/2/layout/IconLabelList"/>
    <dgm:cxn modelId="{C0A70547-EAEE-46DE-B45C-906F66B1D93A}" type="presParOf" srcId="{8366EB70-5B66-4653-A8BF-C3933BA5AF3D}" destId="{EE7F3897-8BC3-4337-A680-B7AF0763F9CA}" srcOrd="1" destOrd="0" presId="urn:microsoft.com/office/officeart/2018/2/layout/IconLabelList"/>
    <dgm:cxn modelId="{ABBBE989-FDC5-46D1-A4CC-78426C01A836}" type="presParOf" srcId="{8366EB70-5B66-4653-A8BF-C3933BA5AF3D}" destId="{719E3843-D5E9-4FE1-85FA-0E31CF2BB617}" srcOrd="2" destOrd="0" presId="urn:microsoft.com/office/officeart/2018/2/layout/IconLabelList"/>
    <dgm:cxn modelId="{C389E2D1-0DC0-4442-BFD7-D0663A9312F3}" type="presParOf" srcId="{D6934499-9B11-4E44-893D-970BEF382A61}" destId="{AE6AE3A5-A52F-4BB9-BF3B-32BA1118F27E}" srcOrd="1" destOrd="0" presId="urn:microsoft.com/office/officeart/2018/2/layout/IconLabelList"/>
    <dgm:cxn modelId="{E1C3F9DC-D23B-4EF6-9078-70D9CDB85078}" type="presParOf" srcId="{D6934499-9B11-4E44-893D-970BEF382A61}" destId="{3E4516AC-1F14-4F95-854C-642331BE0706}" srcOrd="2" destOrd="0" presId="urn:microsoft.com/office/officeart/2018/2/layout/IconLabelList"/>
    <dgm:cxn modelId="{8F83A4B9-5A36-48A1-AAEF-C273EED1E910}" type="presParOf" srcId="{3E4516AC-1F14-4F95-854C-642331BE0706}" destId="{757362B4-3279-4AAD-8415-F909085CA50E}" srcOrd="0" destOrd="0" presId="urn:microsoft.com/office/officeart/2018/2/layout/IconLabelList"/>
    <dgm:cxn modelId="{065A069C-9082-4ACE-BD12-D654AD35FC45}" type="presParOf" srcId="{3E4516AC-1F14-4F95-854C-642331BE0706}" destId="{74A56F76-70EA-4151-A601-7F654A0A3191}" srcOrd="1" destOrd="0" presId="urn:microsoft.com/office/officeart/2018/2/layout/IconLabelList"/>
    <dgm:cxn modelId="{002BD31A-8B2B-422C-8F69-8F022C3A7450}" type="presParOf" srcId="{3E4516AC-1F14-4F95-854C-642331BE0706}" destId="{218FA2E3-9385-4B1F-92B2-34CFC7F1B265}" srcOrd="2" destOrd="0" presId="urn:microsoft.com/office/officeart/2018/2/layout/IconLabelList"/>
    <dgm:cxn modelId="{F23643B7-10F9-4E4C-92EB-FB9997D1755C}" type="presParOf" srcId="{D6934499-9B11-4E44-893D-970BEF382A61}" destId="{E2344A95-237E-4475-9FE8-046C71F440F7}" srcOrd="3" destOrd="0" presId="urn:microsoft.com/office/officeart/2018/2/layout/IconLabelList"/>
    <dgm:cxn modelId="{C8815904-ECF2-4879-B998-C35386F1A410}" type="presParOf" srcId="{D6934499-9B11-4E44-893D-970BEF382A61}" destId="{FB1195EE-C1F3-4D75-9DC5-0C24BA605B4F}" srcOrd="4" destOrd="0" presId="urn:microsoft.com/office/officeart/2018/2/layout/IconLabelList"/>
    <dgm:cxn modelId="{61A739F4-4E20-4D06-BA00-7B7ED9379D35}" type="presParOf" srcId="{FB1195EE-C1F3-4D75-9DC5-0C24BA605B4F}" destId="{174C7723-1DF4-4534-AA0B-2A43C503B293}" srcOrd="0" destOrd="0" presId="urn:microsoft.com/office/officeart/2018/2/layout/IconLabelList"/>
    <dgm:cxn modelId="{6023A099-0D76-4CBD-A7B5-1C178C58111F}" type="presParOf" srcId="{FB1195EE-C1F3-4D75-9DC5-0C24BA605B4F}" destId="{0CE2AD18-36D3-405C-A0F3-3B3E9A4FE430}" srcOrd="1" destOrd="0" presId="urn:microsoft.com/office/officeart/2018/2/layout/IconLabelList"/>
    <dgm:cxn modelId="{F115FE1E-BEB8-49FC-89D0-A201094E4E97}" type="presParOf" srcId="{FB1195EE-C1F3-4D75-9DC5-0C24BA605B4F}" destId="{0A300C18-E35E-44EC-8A73-51D0642D28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81CC2A-BA5B-4835-B0D4-6F5C614599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927320-6ECD-42DD-986B-D5C5855633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TF-IDF features</a:t>
          </a:r>
        </a:p>
      </dgm:t>
    </dgm:pt>
    <dgm:pt modelId="{DE934534-A50C-4773-B618-7C6706E5BF6D}" type="parTrans" cxnId="{03E2726F-E47E-41F8-8B70-D835C6C618EE}">
      <dgm:prSet/>
      <dgm:spPr/>
      <dgm:t>
        <a:bodyPr/>
        <a:lstStyle/>
        <a:p>
          <a:endParaRPr lang="en-US"/>
        </a:p>
      </dgm:t>
    </dgm:pt>
    <dgm:pt modelId="{23D1E704-9308-4DFC-A137-CFF68C10E918}" type="sibTrans" cxnId="{03E2726F-E47E-41F8-8B70-D835C6C618EE}">
      <dgm:prSet/>
      <dgm:spPr/>
      <dgm:t>
        <a:bodyPr/>
        <a:lstStyle/>
        <a:p>
          <a:endParaRPr lang="en-US"/>
        </a:p>
      </dgm:t>
    </dgm:pt>
    <dgm:pt modelId="{1D7E4DD7-4549-4895-A93B-770904F88D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Logistic Regression</a:t>
          </a:r>
        </a:p>
      </dgm:t>
    </dgm:pt>
    <dgm:pt modelId="{8D591430-15C0-4187-8166-6CD250DDA7D2}" type="parTrans" cxnId="{9C18D715-6650-47AE-BA24-123D18B12AD7}">
      <dgm:prSet/>
      <dgm:spPr/>
      <dgm:t>
        <a:bodyPr/>
        <a:lstStyle/>
        <a:p>
          <a:endParaRPr lang="en-US"/>
        </a:p>
      </dgm:t>
    </dgm:pt>
    <dgm:pt modelId="{0AC1C369-91E4-4CA3-BD55-637AD7E8D22F}" type="sibTrans" cxnId="{9C18D715-6650-47AE-BA24-123D18B12AD7}">
      <dgm:prSet/>
      <dgm:spPr/>
      <dgm:t>
        <a:bodyPr/>
        <a:lstStyle/>
        <a:p>
          <a:endParaRPr lang="en-US"/>
        </a:p>
      </dgm:t>
    </dgm:pt>
    <dgm:pt modelId="{F7B8875C-27E4-4F44-8418-E8C3A7126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Random Forest</a:t>
          </a:r>
        </a:p>
      </dgm:t>
    </dgm:pt>
    <dgm:pt modelId="{73BDBD5F-591B-4D77-BF8A-9E9DA49DBCDC}" type="parTrans" cxnId="{A8344D40-A56C-44DA-8A2E-F9E040BD70AE}">
      <dgm:prSet/>
      <dgm:spPr/>
      <dgm:t>
        <a:bodyPr/>
        <a:lstStyle/>
        <a:p>
          <a:endParaRPr lang="en-US"/>
        </a:p>
      </dgm:t>
    </dgm:pt>
    <dgm:pt modelId="{AE210BFB-88A0-43A4-A4E7-B9DC7204D38A}" type="sibTrans" cxnId="{A8344D40-A56C-44DA-8A2E-F9E040BD70AE}">
      <dgm:prSet/>
      <dgm:spPr/>
      <dgm:t>
        <a:bodyPr/>
        <a:lstStyle/>
        <a:p>
          <a:endParaRPr lang="en-US"/>
        </a:p>
      </dgm:t>
    </dgm:pt>
    <dgm:pt modelId="{E75E847A-3A05-4F6C-8AB2-938BD87D35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• Hyperparameter tuning</a:t>
          </a:r>
        </a:p>
      </dgm:t>
    </dgm:pt>
    <dgm:pt modelId="{E8A0D97F-9D59-488C-AC32-87F211F01865}" type="parTrans" cxnId="{5B55AA3A-09A5-4332-BA6D-CEC563E6CFCD}">
      <dgm:prSet/>
      <dgm:spPr/>
      <dgm:t>
        <a:bodyPr/>
        <a:lstStyle/>
        <a:p>
          <a:endParaRPr lang="en-US"/>
        </a:p>
      </dgm:t>
    </dgm:pt>
    <dgm:pt modelId="{B8C95BEB-3D55-447E-A4D2-BACE27CDBF5E}" type="sibTrans" cxnId="{5B55AA3A-09A5-4332-BA6D-CEC563E6CFCD}">
      <dgm:prSet/>
      <dgm:spPr/>
      <dgm:t>
        <a:bodyPr/>
        <a:lstStyle/>
        <a:p>
          <a:endParaRPr lang="en-US"/>
        </a:p>
      </dgm:t>
    </dgm:pt>
    <dgm:pt modelId="{377E0EAE-A590-4D0E-8D01-4035536AFD0D}" type="pres">
      <dgm:prSet presAssocID="{A681CC2A-BA5B-4835-B0D4-6F5C6145990B}" presName="root" presStyleCnt="0">
        <dgm:presLayoutVars>
          <dgm:dir/>
          <dgm:resizeHandles val="exact"/>
        </dgm:presLayoutVars>
      </dgm:prSet>
      <dgm:spPr/>
    </dgm:pt>
    <dgm:pt modelId="{913AEA38-3138-4C9D-8896-894A6BBA7089}" type="pres">
      <dgm:prSet presAssocID="{C8927320-6ECD-42DD-986B-D5C58556339E}" presName="compNode" presStyleCnt="0"/>
      <dgm:spPr/>
    </dgm:pt>
    <dgm:pt modelId="{65E5402E-9141-4D34-91B8-1F9A58374738}" type="pres">
      <dgm:prSet presAssocID="{C8927320-6ECD-42DD-986B-D5C58556339E}" presName="bgRect" presStyleLbl="bgShp" presStyleIdx="0" presStyleCnt="4"/>
      <dgm:spPr/>
    </dgm:pt>
    <dgm:pt modelId="{14943EB8-7774-492E-814D-5A2392B80DA6}" type="pres">
      <dgm:prSet presAssocID="{C8927320-6ECD-42DD-986B-D5C5855633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D376459A-BD92-497D-A167-762FE5717C37}" type="pres">
      <dgm:prSet presAssocID="{C8927320-6ECD-42DD-986B-D5C58556339E}" presName="spaceRect" presStyleCnt="0"/>
      <dgm:spPr/>
    </dgm:pt>
    <dgm:pt modelId="{0F603644-AF81-4476-A97F-859E022A61F0}" type="pres">
      <dgm:prSet presAssocID="{C8927320-6ECD-42DD-986B-D5C58556339E}" presName="parTx" presStyleLbl="revTx" presStyleIdx="0" presStyleCnt="4">
        <dgm:presLayoutVars>
          <dgm:chMax val="0"/>
          <dgm:chPref val="0"/>
        </dgm:presLayoutVars>
      </dgm:prSet>
      <dgm:spPr/>
    </dgm:pt>
    <dgm:pt modelId="{A460024B-1F89-4BF7-825E-E39A70C5E015}" type="pres">
      <dgm:prSet presAssocID="{23D1E704-9308-4DFC-A137-CFF68C10E918}" presName="sibTrans" presStyleCnt="0"/>
      <dgm:spPr/>
    </dgm:pt>
    <dgm:pt modelId="{1CAB3773-52E6-4F75-A152-59180AF942DA}" type="pres">
      <dgm:prSet presAssocID="{1D7E4DD7-4549-4895-A93B-770904F88DF7}" presName="compNode" presStyleCnt="0"/>
      <dgm:spPr/>
    </dgm:pt>
    <dgm:pt modelId="{8CAAFD4D-7252-4F9F-A3A9-805227C31B09}" type="pres">
      <dgm:prSet presAssocID="{1D7E4DD7-4549-4895-A93B-770904F88DF7}" presName="bgRect" presStyleLbl="bgShp" presStyleIdx="1" presStyleCnt="4"/>
      <dgm:spPr/>
    </dgm:pt>
    <dgm:pt modelId="{A8C1DE67-28B7-4852-91BD-70650CB0BCFC}" type="pres">
      <dgm:prSet presAssocID="{1D7E4DD7-4549-4895-A93B-770904F88D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C888E10-9820-40EA-9934-FBA2A64A6A86}" type="pres">
      <dgm:prSet presAssocID="{1D7E4DD7-4549-4895-A93B-770904F88DF7}" presName="spaceRect" presStyleCnt="0"/>
      <dgm:spPr/>
    </dgm:pt>
    <dgm:pt modelId="{75A2966E-23DA-46ED-AE99-62CC6C1D9F33}" type="pres">
      <dgm:prSet presAssocID="{1D7E4DD7-4549-4895-A93B-770904F88DF7}" presName="parTx" presStyleLbl="revTx" presStyleIdx="1" presStyleCnt="4">
        <dgm:presLayoutVars>
          <dgm:chMax val="0"/>
          <dgm:chPref val="0"/>
        </dgm:presLayoutVars>
      </dgm:prSet>
      <dgm:spPr/>
    </dgm:pt>
    <dgm:pt modelId="{D577ABD3-6DA7-4437-9C94-07090352081E}" type="pres">
      <dgm:prSet presAssocID="{0AC1C369-91E4-4CA3-BD55-637AD7E8D22F}" presName="sibTrans" presStyleCnt="0"/>
      <dgm:spPr/>
    </dgm:pt>
    <dgm:pt modelId="{C400F2C8-4B3F-47AC-AFAF-ED8AC105232E}" type="pres">
      <dgm:prSet presAssocID="{F7B8875C-27E4-4F44-8418-E8C3A71265CF}" presName="compNode" presStyleCnt="0"/>
      <dgm:spPr/>
    </dgm:pt>
    <dgm:pt modelId="{78F197CC-8B85-4A65-B624-F74A0E6756F3}" type="pres">
      <dgm:prSet presAssocID="{F7B8875C-27E4-4F44-8418-E8C3A71265CF}" presName="bgRect" presStyleLbl="bgShp" presStyleIdx="2" presStyleCnt="4"/>
      <dgm:spPr/>
    </dgm:pt>
    <dgm:pt modelId="{860EC4D7-A865-49C8-99A8-922E71F6009A}" type="pres">
      <dgm:prSet presAssocID="{F7B8875C-27E4-4F44-8418-E8C3A71265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01EAFE24-ADFF-4DBD-AA14-3D66E1850CC1}" type="pres">
      <dgm:prSet presAssocID="{F7B8875C-27E4-4F44-8418-E8C3A71265CF}" presName="spaceRect" presStyleCnt="0"/>
      <dgm:spPr/>
    </dgm:pt>
    <dgm:pt modelId="{C7CF86D6-6EE7-4B34-89F3-848AAD891831}" type="pres">
      <dgm:prSet presAssocID="{F7B8875C-27E4-4F44-8418-E8C3A71265CF}" presName="parTx" presStyleLbl="revTx" presStyleIdx="2" presStyleCnt="4">
        <dgm:presLayoutVars>
          <dgm:chMax val="0"/>
          <dgm:chPref val="0"/>
        </dgm:presLayoutVars>
      </dgm:prSet>
      <dgm:spPr/>
    </dgm:pt>
    <dgm:pt modelId="{8F812436-670D-46D0-8A9F-1D5263E6C744}" type="pres">
      <dgm:prSet presAssocID="{AE210BFB-88A0-43A4-A4E7-B9DC7204D38A}" presName="sibTrans" presStyleCnt="0"/>
      <dgm:spPr/>
    </dgm:pt>
    <dgm:pt modelId="{85836607-22B1-4D4B-BF79-04C5729F75D6}" type="pres">
      <dgm:prSet presAssocID="{E75E847A-3A05-4F6C-8AB2-938BD87D35C2}" presName="compNode" presStyleCnt="0"/>
      <dgm:spPr/>
    </dgm:pt>
    <dgm:pt modelId="{18CA42D0-8195-4585-AFE5-EA013CA8E152}" type="pres">
      <dgm:prSet presAssocID="{E75E847A-3A05-4F6C-8AB2-938BD87D35C2}" presName="bgRect" presStyleLbl="bgShp" presStyleIdx="3" presStyleCnt="4"/>
      <dgm:spPr/>
    </dgm:pt>
    <dgm:pt modelId="{5AF8A35E-5909-406F-BBE1-5AC9E741E08D}" type="pres">
      <dgm:prSet presAssocID="{E75E847A-3A05-4F6C-8AB2-938BD87D35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85C1998-41D6-4660-9516-61DF72A8B205}" type="pres">
      <dgm:prSet presAssocID="{E75E847A-3A05-4F6C-8AB2-938BD87D35C2}" presName="spaceRect" presStyleCnt="0"/>
      <dgm:spPr/>
    </dgm:pt>
    <dgm:pt modelId="{F8D19CD6-8050-42F1-8427-755529B016F8}" type="pres">
      <dgm:prSet presAssocID="{E75E847A-3A05-4F6C-8AB2-938BD87D35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C18D715-6650-47AE-BA24-123D18B12AD7}" srcId="{A681CC2A-BA5B-4835-B0D4-6F5C6145990B}" destId="{1D7E4DD7-4549-4895-A93B-770904F88DF7}" srcOrd="1" destOrd="0" parTransId="{8D591430-15C0-4187-8166-6CD250DDA7D2}" sibTransId="{0AC1C369-91E4-4CA3-BD55-637AD7E8D22F}"/>
    <dgm:cxn modelId="{5B55AA3A-09A5-4332-BA6D-CEC563E6CFCD}" srcId="{A681CC2A-BA5B-4835-B0D4-6F5C6145990B}" destId="{E75E847A-3A05-4F6C-8AB2-938BD87D35C2}" srcOrd="3" destOrd="0" parTransId="{E8A0D97F-9D59-488C-AC32-87F211F01865}" sibTransId="{B8C95BEB-3D55-447E-A4D2-BACE27CDBF5E}"/>
    <dgm:cxn modelId="{A8344D40-A56C-44DA-8A2E-F9E040BD70AE}" srcId="{A681CC2A-BA5B-4835-B0D4-6F5C6145990B}" destId="{F7B8875C-27E4-4F44-8418-E8C3A71265CF}" srcOrd="2" destOrd="0" parTransId="{73BDBD5F-591B-4D77-BF8A-9E9DA49DBCDC}" sibTransId="{AE210BFB-88A0-43A4-A4E7-B9DC7204D38A}"/>
    <dgm:cxn modelId="{279B3A45-5CAC-41A0-BDDF-C65AD2937F52}" type="presOf" srcId="{F7B8875C-27E4-4F44-8418-E8C3A71265CF}" destId="{C7CF86D6-6EE7-4B34-89F3-848AAD891831}" srcOrd="0" destOrd="0" presId="urn:microsoft.com/office/officeart/2018/2/layout/IconVerticalSolidList"/>
    <dgm:cxn modelId="{D32AEB48-C0E6-4B6C-A5D1-9174F38B6D0B}" type="presOf" srcId="{A681CC2A-BA5B-4835-B0D4-6F5C6145990B}" destId="{377E0EAE-A590-4D0E-8D01-4035536AFD0D}" srcOrd="0" destOrd="0" presId="urn:microsoft.com/office/officeart/2018/2/layout/IconVerticalSolidList"/>
    <dgm:cxn modelId="{17C9536C-FE18-4C09-899A-BD15870F8275}" type="presOf" srcId="{1D7E4DD7-4549-4895-A93B-770904F88DF7}" destId="{75A2966E-23DA-46ED-AE99-62CC6C1D9F33}" srcOrd="0" destOrd="0" presId="urn:microsoft.com/office/officeart/2018/2/layout/IconVerticalSolidList"/>
    <dgm:cxn modelId="{03E2726F-E47E-41F8-8B70-D835C6C618EE}" srcId="{A681CC2A-BA5B-4835-B0D4-6F5C6145990B}" destId="{C8927320-6ECD-42DD-986B-D5C58556339E}" srcOrd="0" destOrd="0" parTransId="{DE934534-A50C-4773-B618-7C6706E5BF6D}" sibTransId="{23D1E704-9308-4DFC-A137-CFF68C10E918}"/>
    <dgm:cxn modelId="{FF808ED1-4870-4921-BD52-2EF1B420F7C8}" type="presOf" srcId="{E75E847A-3A05-4F6C-8AB2-938BD87D35C2}" destId="{F8D19CD6-8050-42F1-8427-755529B016F8}" srcOrd="0" destOrd="0" presId="urn:microsoft.com/office/officeart/2018/2/layout/IconVerticalSolidList"/>
    <dgm:cxn modelId="{417C9DEA-65A1-4725-B109-39BD2346B572}" type="presOf" srcId="{C8927320-6ECD-42DD-986B-D5C58556339E}" destId="{0F603644-AF81-4476-A97F-859E022A61F0}" srcOrd="0" destOrd="0" presId="urn:microsoft.com/office/officeart/2018/2/layout/IconVerticalSolidList"/>
    <dgm:cxn modelId="{4EB1F07A-E8FD-497A-A696-95DC3BB0E5D0}" type="presParOf" srcId="{377E0EAE-A590-4D0E-8D01-4035536AFD0D}" destId="{913AEA38-3138-4C9D-8896-894A6BBA7089}" srcOrd="0" destOrd="0" presId="urn:microsoft.com/office/officeart/2018/2/layout/IconVerticalSolidList"/>
    <dgm:cxn modelId="{689146B6-381F-4443-83FB-6561E1D53579}" type="presParOf" srcId="{913AEA38-3138-4C9D-8896-894A6BBA7089}" destId="{65E5402E-9141-4D34-91B8-1F9A58374738}" srcOrd="0" destOrd="0" presId="urn:microsoft.com/office/officeart/2018/2/layout/IconVerticalSolidList"/>
    <dgm:cxn modelId="{C2388F0E-B4DE-468D-B75E-CE4384AF4773}" type="presParOf" srcId="{913AEA38-3138-4C9D-8896-894A6BBA7089}" destId="{14943EB8-7774-492E-814D-5A2392B80DA6}" srcOrd="1" destOrd="0" presId="urn:microsoft.com/office/officeart/2018/2/layout/IconVerticalSolidList"/>
    <dgm:cxn modelId="{2E3CA8DC-1A21-4058-8A61-FC91F9AEFEAD}" type="presParOf" srcId="{913AEA38-3138-4C9D-8896-894A6BBA7089}" destId="{D376459A-BD92-497D-A167-762FE5717C37}" srcOrd="2" destOrd="0" presId="urn:microsoft.com/office/officeart/2018/2/layout/IconVerticalSolidList"/>
    <dgm:cxn modelId="{1C8B0FCA-4CD3-4E63-9574-16C8026311E8}" type="presParOf" srcId="{913AEA38-3138-4C9D-8896-894A6BBA7089}" destId="{0F603644-AF81-4476-A97F-859E022A61F0}" srcOrd="3" destOrd="0" presId="urn:microsoft.com/office/officeart/2018/2/layout/IconVerticalSolidList"/>
    <dgm:cxn modelId="{3B588F16-F8DB-4F9B-A7BD-E8C3EA31B6C3}" type="presParOf" srcId="{377E0EAE-A590-4D0E-8D01-4035536AFD0D}" destId="{A460024B-1F89-4BF7-825E-E39A70C5E015}" srcOrd="1" destOrd="0" presId="urn:microsoft.com/office/officeart/2018/2/layout/IconVerticalSolidList"/>
    <dgm:cxn modelId="{4D6F2E80-7960-426A-AB29-E733B7D75109}" type="presParOf" srcId="{377E0EAE-A590-4D0E-8D01-4035536AFD0D}" destId="{1CAB3773-52E6-4F75-A152-59180AF942DA}" srcOrd="2" destOrd="0" presId="urn:microsoft.com/office/officeart/2018/2/layout/IconVerticalSolidList"/>
    <dgm:cxn modelId="{56F60C92-B452-4541-95F9-A02BDEE8BF20}" type="presParOf" srcId="{1CAB3773-52E6-4F75-A152-59180AF942DA}" destId="{8CAAFD4D-7252-4F9F-A3A9-805227C31B09}" srcOrd="0" destOrd="0" presId="urn:microsoft.com/office/officeart/2018/2/layout/IconVerticalSolidList"/>
    <dgm:cxn modelId="{241BD224-3BEF-4EC1-A046-4DB236D99763}" type="presParOf" srcId="{1CAB3773-52E6-4F75-A152-59180AF942DA}" destId="{A8C1DE67-28B7-4852-91BD-70650CB0BCFC}" srcOrd="1" destOrd="0" presId="urn:microsoft.com/office/officeart/2018/2/layout/IconVerticalSolidList"/>
    <dgm:cxn modelId="{157F3984-2B1D-4C27-83C3-C2CA62A2A162}" type="presParOf" srcId="{1CAB3773-52E6-4F75-A152-59180AF942DA}" destId="{5C888E10-9820-40EA-9934-FBA2A64A6A86}" srcOrd="2" destOrd="0" presId="urn:microsoft.com/office/officeart/2018/2/layout/IconVerticalSolidList"/>
    <dgm:cxn modelId="{8DD3DE1E-529C-44D5-A65F-54EFB7234B90}" type="presParOf" srcId="{1CAB3773-52E6-4F75-A152-59180AF942DA}" destId="{75A2966E-23DA-46ED-AE99-62CC6C1D9F33}" srcOrd="3" destOrd="0" presId="urn:microsoft.com/office/officeart/2018/2/layout/IconVerticalSolidList"/>
    <dgm:cxn modelId="{C5758A08-B3E5-4295-A758-F9B267A647E0}" type="presParOf" srcId="{377E0EAE-A590-4D0E-8D01-4035536AFD0D}" destId="{D577ABD3-6DA7-4437-9C94-07090352081E}" srcOrd="3" destOrd="0" presId="urn:microsoft.com/office/officeart/2018/2/layout/IconVerticalSolidList"/>
    <dgm:cxn modelId="{CB82CCE1-79C5-4333-8B48-A835F185D60B}" type="presParOf" srcId="{377E0EAE-A590-4D0E-8D01-4035536AFD0D}" destId="{C400F2C8-4B3F-47AC-AFAF-ED8AC105232E}" srcOrd="4" destOrd="0" presId="urn:microsoft.com/office/officeart/2018/2/layout/IconVerticalSolidList"/>
    <dgm:cxn modelId="{FFBB28F0-FFCB-48B2-A4C4-6A94C4292F85}" type="presParOf" srcId="{C400F2C8-4B3F-47AC-AFAF-ED8AC105232E}" destId="{78F197CC-8B85-4A65-B624-F74A0E6756F3}" srcOrd="0" destOrd="0" presId="urn:microsoft.com/office/officeart/2018/2/layout/IconVerticalSolidList"/>
    <dgm:cxn modelId="{A9C12DF4-B142-416A-AF03-06D8637DB1D5}" type="presParOf" srcId="{C400F2C8-4B3F-47AC-AFAF-ED8AC105232E}" destId="{860EC4D7-A865-49C8-99A8-922E71F6009A}" srcOrd="1" destOrd="0" presId="urn:microsoft.com/office/officeart/2018/2/layout/IconVerticalSolidList"/>
    <dgm:cxn modelId="{7688A4D0-4EAD-45FD-A957-945CAB5C95F1}" type="presParOf" srcId="{C400F2C8-4B3F-47AC-AFAF-ED8AC105232E}" destId="{01EAFE24-ADFF-4DBD-AA14-3D66E1850CC1}" srcOrd="2" destOrd="0" presId="urn:microsoft.com/office/officeart/2018/2/layout/IconVerticalSolidList"/>
    <dgm:cxn modelId="{AAC5559E-0BC3-40E4-9FBD-DD17D46FB972}" type="presParOf" srcId="{C400F2C8-4B3F-47AC-AFAF-ED8AC105232E}" destId="{C7CF86D6-6EE7-4B34-89F3-848AAD891831}" srcOrd="3" destOrd="0" presId="urn:microsoft.com/office/officeart/2018/2/layout/IconVerticalSolidList"/>
    <dgm:cxn modelId="{0444056F-89DC-41F0-B437-350A34B499BB}" type="presParOf" srcId="{377E0EAE-A590-4D0E-8D01-4035536AFD0D}" destId="{8F812436-670D-46D0-8A9F-1D5263E6C744}" srcOrd="5" destOrd="0" presId="urn:microsoft.com/office/officeart/2018/2/layout/IconVerticalSolidList"/>
    <dgm:cxn modelId="{DF4E9152-1B66-4D03-88B1-E042626D2D9A}" type="presParOf" srcId="{377E0EAE-A590-4D0E-8D01-4035536AFD0D}" destId="{85836607-22B1-4D4B-BF79-04C5729F75D6}" srcOrd="6" destOrd="0" presId="urn:microsoft.com/office/officeart/2018/2/layout/IconVerticalSolidList"/>
    <dgm:cxn modelId="{EDFE8298-73D8-4CE1-9C05-AF8128B35BAB}" type="presParOf" srcId="{85836607-22B1-4D4B-BF79-04C5729F75D6}" destId="{18CA42D0-8195-4585-AFE5-EA013CA8E152}" srcOrd="0" destOrd="0" presId="urn:microsoft.com/office/officeart/2018/2/layout/IconVerticalSolidList"/>
    <dgm:cxn modelId="{6D4C020C-0A25-4B6A-8E83-0B39BADE32E4}" type="presParOf" srcId="{85836607-22B1-4D4B-BF79-04C5729F75D6}" destId="{5AF8A35E-5909-406F-BBE1-5AC9E741E08D}" srcOrd="1" destOrd="0" presId="urn:microsoft.com/office/officeart/2018/2/layout/IconVerticalSolidList"/>
    <dgm:cxn modelId="{F057EE45-6E34-45CC-BAF8-120E3AE1C513}" type="presParOf" srcId="{85836607-22B1-4D4B-BF79-04C5729F75D6}" destId="{185C1998-41D6-4660-9516-61DF72A8B205}" srcOrd="2" destOrd="0" presId="urn:microsoft.com/office/officeart/2018/2/layout/IconVerticalSolidList"/>
    <dgm:cxn modelId="{9CF1F2A2-67B8-4ADA-BFB9-C7EF68A49206}" type="presParOf" srcId="{85836607-22B1-4D4B-BF79-04C5729F75D6}" destId="{F8D19CD6-8050-42F1-8427-755529B016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27A00-030A-4A96-B345-28A290B16F5B}">
      <dsp:nvSpPr>
        <dsp:cNvPr id="0" name=""/>
        <dsp:cNvSpPr/>
      </dsp:nvSpPr>
      <dsp:spPr>
        <a:xfrm>
          <a:off x="439409" y="10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• </a:t>
          </a:r>
          <a:r>
            <a:rPr lang="en-US" sz="3200" b="1" kern="1200" dirty="0">
              <a:solidFill>
                <a:schemeClr val="tx1"/>
              </a:solidFill>
            </a:rPr>
            <a:t>Classifies tweets into Disaster / Non-Disaster</a:t>
          </a:r>
        </a:p>
      </dsp:txBody>
      <dsp:txXfrm>
        <a:off x="439409" y="10"/>
        <a:ext cx="3346456" cy="2007873"/>
      </dsp:txXfrm>
    </dsp:sp>
    <dsp:sp modelId="{62772004-9F3E-4F0B-A3A5-4A63ECAD0AA7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</a:rPr>
            <a:t>• Uses NLP and Machine Learning</a:t>
          </a:r>
        </a:p>
      </dsp:txBody>
      <dsp:txXfrm>
        <a:off x="4110672" y="472"/>
        <a:ext cx="3346456" cy="2007873"/>
      </dsp:txXfrm>
    </dsp:sp>
    <dsp:sp modelId="{B95CFF93-D187-420A-AA9A-E4C566B90CCE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</a:rPr>
            <a:t>• Real-world disaster detection</a:t>
          </a:r>
        </a:p>
      </dsp:txBody>
      <dsp:txXfrm>
        <a:off x="2270121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BEBCA-FBCF-4C71-A087-B0BA86FE0AC0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1. Data Exploration</a:t>
          </a:r>
        </a:p>
      </dsp:txBody>
      <dsp:txXfrm>
        <a:off x="2574876" y="53310"/>
        <a:ext cx="2736946" cy="945199"/>
      </dsp:txXfrm>
    </dsp:sp>
    <dsp:sp modelId="{98E72316-E938-4112-B8D7-8421FC16B111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2. Feature Engineering</a:t>
          </a:r>
        </a:p>
      </dsp:txBody>
      <dsp:txXfrm>
        <a:off x="2574876" y="1153149"/>
        <a:ext cx="2736946" cy="945199"/>
      </dsp:txXfrm>
    </dsp:sp>
    <dsp:sp modelId="{D0FA685B-4276-4044-8055-65C3C11E6527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3. Model Training</a:t>
          </a:r>
        </a:p>
      </dsp:txBody>
      <dsp:txXfrm>
        <a:off x="2574876" y="2252988"/>
        <a:ext cx="2736946" cy="945199"/>
      </dsp:txXfrm>
    </dsp:sp>
    <dsp:sp modelId="{8D36D620-1E4F-4AB5-B95E-A247996C93A5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4. Deployment</a:t>
          </a:r>
        </a:p>
      </dsp:txBody>
      <dsp:txXfrm>
        <a:off x="2574876" y="3352827"/>
        <a:ext cx="2736946" cy="9451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4F40A-ED21-4D18-A4F8-11C97E5EF89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E3843-D5E9-4FE1-85FA-0E31CF2BB61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• Cleaning text (URLs, symbols)</a:t>
          </a:r>
        </a:p>
      </dsp:txBody>
      <dsp:txXfrm>
        <a:off x="78583" y="2435142"/>
        <a:ext cx="2399612" cy="720000"/>
      </dsp:txXfrm>
    </dsp:sp>
    <dsp:sp modelId="{757362B4-3279-4AAD-8415-F909085CA50E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FA2E3-9385-4B1F-92B2-34CFC7F1B26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• Tokenization</a:t>
          </a:r>
        </a:p>
      </dsp:txBody>
      <dsp:txXfrm>
        <a:off x="2898129" y="2435142"/>
        <a:ext cx="2399612" cy="720000"/>
      </dsp:txXfrm>
    </dsp:sp>
    <dsp:sp modelId="{174C7723-1DF4-4534-AA0B-2A43C503B29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00C18-E35E-44EC-8A73-51D0642D2889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• Train-test split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5402E-9141-4D34-91B8-1F9A58374738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43EB8-7774-492E-814D-5A2392B80DA6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03644-AF81-4476-A97F-859E022A61F0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• TF-IDF features</a:t>
          </a:r>
        </a:p>
      </dsp:txBody>
      <dsp:txXfrm>
        <a:off x="1099610" y="1878"/>
        <a:ext cx="7129989" cy="952043"/>
      </dsp:txXfrm>
    </dsp:sp>
    <dsp:sp modelId="{8CAAFD4D-7252-4F9F-A3A9-805227C31B09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1DE67-28B7-4852-91BD-70650CB0BCFC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2966E-23DA-46ED-AE99-62CC6C1D9F33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• Logistic Regression</a:t>
          </a:r>
        </a:p>
      </dsp:txBody>
      <dsp:txXfrm>
        <a:off x="1099610" y="1191932"/>
        <a:ext cx="7129989" cy="952043"/>
      </dsp:txXfrm>
    </dsp:sp>
    <dsp:sp modelId="{78F197CC-8B85-4A65-B624-F74A0E6756F3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EC4D7-A865-49C8-99A8-922E71F6009A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F86D6-6EE7-4B34-89F3-848AAD891831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• Random Forest</a:t>
          </a:r>
        </a:p>
      </dsp:txBody>
      <dsp:txXfrm>
        <a:off x="1099610" y="2381986"/>
        <a:ext cx="7129989" cy="952043"/>
      </dsp:txXfrm>
    </dsp:sp>
    <dsp:sp modelId="{18CA42D0-8195-4585-AFE5-EA013CA8E152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8A35E-5909-406F-BBE1-5AC9E741E08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19CD6-8050-42F1-8427-755529B016F8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• Hyperparameter tuning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58102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IN" sz="8000" b="1" dirty="0"/>
              <a:t>Disaster Tweet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8371" y="3948456"/>
            <a:ext cx="6193632" cy="631825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IN" sz="2400" b="1" dirty="0"/>
              <a:t>NLP + Machine Learning Project</a:t>
            </a:r>
          </a:p>
          <a:p>
            <a:pPr>
              <a:lnSpc>
                <a:spcPct val="90000"/>
              </a:lnSpc>
            </a:pPr>
            <a:r>
              <a:rPr lang="en-IN" sz="2400" b="1" dirty="0" err="1"/>
              <a:t>Nexthikes</a:t>
            </a:r>
            <a:r>
              <a:rPr lang="en-IN" sz="2400" b="1" dirty="0"/>
              <a:t> IT Solution(Intern)</a:t>
            </a:r>
          </a:p>
          <a:p>
            <a:pPr>
              <a:lnSpc>
                <a:spcPct val="90000"/>
              </a:lnSpc>
            </a:pPr>
            <a:r>
              <a:rPr lang="en-IN" sz="2400" b="1" dirty="0"/>
              <a:t>Prashant Singh</a:t>
            </a:r>
          </a:p>
          <a:p>
            <a:pPr>
              <a:lnSpc>
                <a:spcPct val="90000"/>
              </a:lnSpc>
            </a:pPr>
            <a:r>
              <a:rPr lang="en-IN" sz="2400" b="1" dirty="0"/>
              <a:t>19.03.2026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AC178F-398C-1377-049E-1EA12CBBE8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b="1" dirty="0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AF14A4-E70D-189F-6E5B-C024B825D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80059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 b="1" dirty="0"/>
              <a:t>Problem Statement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• Tweets may use disaster words    metaphorically</a:t>
            </a:r>
          </a:p>
          <a:p>
            <a:pPr marL="0" indent="0">
              <a:buNone/>
            </a:pPr>
            <a:r>
              <a:rPr lang="en-IN" b="1" dirty="0"/>
              <a:t>• Need to detect real emergencies</a:t>
            </a:r>
          </a:p>
          <a:p>
            <a:pPr marL="0" indent="0">
              <a:buNone/>
            </a:pPr>
            <a:r>
              <a:rPr lang="en-IN" b="1" dirty="0"/>
              <a:t>•Context understanding is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70110D-0564-EFA4-B096-5364164571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414" r="158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b="1"/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78CEE9-B8A2-5A6A-E00C-712D5F636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77893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/>
              <a:t>Data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93E0F4-3C1E-9B9D-9E99-6BCCCB645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3821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Training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869CA2-65FD-9371-BEDB-851DE8685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25713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 fontScale="90000"/>
          </a:bodyPr>
          <a:lstStyle/>
          <a:p>
            <a:r>
              <a:rPr lang="en-IN" sz="5400" b="1" dirty="0"/>
              <a:t>Model Evaluation</a:t>
            </a:r>
            <a:endParaRPr lang="en-IN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IN" sz="2800" b="1" dirty="0"/>
              <a:t>Accuracy, Precision, Recall</a:t>
            </a:r>
          </a:p>
          <a:p>
            <a:r>
              <a:rPr lang="en-IN" sz="2800" b="1" dirty="0"/>
              <a:t>Confusion Matrix</a:t>
            </a:r>
          </a:p>
          <a:p>
            <a:r>
              <a:rPr lang="en-IN" sz="2800" b="1" dirty="0"/>
              <a:t>Best model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6F4F4-C8D6-6B76-D110-E8A667483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1" r="14687" b="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081548"/>
            <a:ext cx="2441315" cy="4587815"/>
          </a:xfrm>
        </p:spPr>
        <p:txBody>
          <a:bodyPr>
            <a:normAutofit/>
          </a:bodyPr>
          <a:lstStyle/>
          <a:p>
            <a:pPr algn="r"/>
            <a:r>
              <a:rPr lang="en-IN" sz="2800" b="1" dirty="0"/>
              <a:t>Deployment 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/>
              <a:t>• </a:t>
            </a:r>
            <a:r>
              <a:rPr lang="en-IN" sz="2400" b="1" dirty="0" err="1"/>
              <a:t>Streamlit</a:t>
            </a:r>
            <a:r>
              <a:rPr lang="en-IN" sz="2400" b="1" dirty="0"/>
              <a:t> interface</a:t>
            </a:r>
          </a:p>
          <a:p>
            <a:pPr marL="0" indent="0">
              <a:buNone/>
            </a:pPr>
            <a:r>
              <a:rPr lang="en-IN" sz="2400" b="1" dirty="0"/>
              <a:t>• Input tweet</a:t>
            </a:r>
          </a:p>
          <a:p>
            <a:pPr marL="0" indent="0">
              <a:buNone/>
            </a:pPr>
            <a:r>
              <a:rPr lang="en-IN" sz="2400" b="1" dirty="0"/>
              <a:t>• Predict result</a:t>
            </a:r>
          </a:p>
          <a:p>
            <a:pPr marL="0" indent="0">
              <a:buNone/>
            </a:pPr>
            <a:r>
              <a:rPr lang="en-IN" sz="2400" b="1" dirty="0"/>
              <a:t>• Show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Project Structure</a:t>
            </a:r>
          </a:p>
        </p:txBody>
      </p:sp>
      <p:pic>
        <p:nvPicPr>
          <p:cNvPr id="13" name="Picture 12" descr="Person writing on a notepad">
            <a:extLst>
              <a:ext uri="{FF2B5EF4-FFF2-40B4-BE49-F238E27FC236}">
                <a16:creationId xmlns:a16="http://schemas.microsoft.com/office/drawing/2014/main" id="{4E7BE1B8-ACE8-CD1A-730F-E893CA2C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6" r="1989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3687096"/>
            <a:ext cx="3368865" cy="2294211"/>
          </a:xfrm>
        </p:spPr>
        <p:txBody>
          <a:bodyPr anchor="t">
            <a:normAutofit/>
          </a:bodyPr>
          <a:lstStyle/>
          <a:p>
            <a:r>
              <a:rPr lang="en-IN" sz="2400" b="1" dirty="0"/>
              <a:t>artifacts/</a:t>
            </a:r>
          </a:p>
          <a:p>
            <a:r>
              <a:rPr lang="en-IN" sz="2400" b="1" dirty="0" err="1"/>
              <a:t>model_store</a:t>
            </a:r>
            <a:r>
              <a:rPr lang="en-IN" sz="2400" b="1" dirty="0"/>
              <a:t>/</a:t>
            </a:r>
          </a:p>
          <a:p>
            <a:r>
              <a:rPr lang="en-IN" sz="2400" b="1" dirty="0"/>
              <a:t>reports/</a:t>
            </a:r>
          </a:p>
          <a:p>
            <a:r>
              <a:rPr lang="en-IN" sz="2400" b="1" dirty="0" err="1"/>
              <a:t>web_app</a:t>
            </a:r>
            <a:r>
              <a:rPr lang="en-IN" sz="2400" b="1" dirty="0"/>
              <a:t>/</a:t>
            </a:r>
          </a:p>
          <a:p>
            <a:r>
              <a:rPr lang="en-IN" sz="2400" b="1" dirty="0"/>
              <a:t>notebooks (4 parts)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146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Disaster Tweet Classification</vt:lpstr>
      <vt:lpstr>Project Overview</vt:lpstr>
      <vt:lpstr>Problem Statement</vt:lpstr>
      <vt:lpstr>Workflow</vt:lpstr>
      <vt:lpstr>Data Preparation</vt:lpstr>
      <vt:lpstr>Model Training</vt:lpstr>
      <vt:lpstr>Model Evaluation</vt:lpstr>
      <vt:lpstr>Deployment UI</vt:lpstr>
      <vt:lpstr>Project Structure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Singh</cp:lastModifiedBy>
  <cp:revision>2</cp:revision>
  <dcterms:created xsi:type="dcterms:W3CDTF">2013-01-27T09:14:16Z</dcterms:created>
  <dcterms:modified xsi:type="dcterms:W3CDTF">2026-03-23T18:41:36Z</dcterms:modified>
  <cp:category/>
</cp:coreProperties>
</file>